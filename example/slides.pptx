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0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8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2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004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86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83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8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18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71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f2710a7ba25b6ed4a0fa20aecad13d5dc4b98a3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800e102ca1461fd6fc62546558bfab58b383ee2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b376746cef92ad0018c0d067c61e4128c33334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e6aec18d6869d91f162f2182741df18f0c9ab06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6c5199ca2fcc4153a079dca268e82f7c80c4242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1da5f57d4e4e782b020582cae164ea0b62b9ab9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d65a49cb9aa56cc9f3a042eae161ca2c0d8c7ab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Microsoft Office User</dc:creator>
  <cp:lastModifiedBy>runner</cp:lastModifiedBy>
  <cp:revision>5</cp:revision>
  <dcterms:created xsi:type="dcterms:W3CDTF">2021-02-25T16:47:46Z</dcterms:created>
  <dcterms:modified xsi:type="dcterms:W3CDTF">2026-08-28T17:34:59Z</dcterms:modified>
</cp:coreProperties>
</file>