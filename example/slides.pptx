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0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48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26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004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86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83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7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8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18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71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02c42761f81ccea178e860b9f90e350c7e096e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7f5340e8030021f72b521871ed24c682334bb8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55b0539fbdbf65e69f348bad573492fd1d5523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acbcd407e858c1e96dda4525308c2d90cb5ebf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457cce100120512042fa436abc7421c2bd2142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b0e947497869adca7abecf1c50af5052f5974fb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cf74bcb6d6cf8829696c88905e79db72211b6c4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Microsoft Office User</dc:creator>
  <cp:lastModifiedBy>runner</cp:lastModifiedBy>
  <cp:revision>5</cp:revision>
  <dcterms:created xsi:type="dcterms:W3CDTF">2021-02-25T16:47:46Z</dcterms:created>
  <dcterms:modified xsi:type="dcterms:W3CDTF">2026-08-27T23:59:27Z</dcterms:modified>
</cp:coreProperties>
</file>