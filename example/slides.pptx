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0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8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2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004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86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83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8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18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71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2571ec3d7e959b7dc8970ae37a445b515271d97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bb08660d260d1fdf2762c7388f0fb0ddc3ba832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02d4d3e9731d13cd429debcc34e75516b246c7a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d00e5a6ca97712fdc2d3ca15175ba59b7f0c77a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fe286dba63208b3abf5fab0ba53306b4c9d2e46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37582e121188fed240da0eabca0d1dbc370150a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65a49cb9aa56cc9f3a042eae161ca2c0d8c7ab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Microsoft Office User</dc:creator>
  <cp:lastModifiedBy>runner</cp:lastModifiedBy>
  <cp:revision>5</cp:revision>
  <dcterms:created xsi:type="dcterms:W3CDTF">2021-02-25T16:47:46Z</dcterms:created>
  <dcterms:modified xsi:type="dcterms:W3CDTF">2026-08-29T13:19:56Z</dcterms:modified>
</cp:coreProperties>
</file>