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Relationship Id="rId7" Type="http://schemas.openxmlformats.org/officeDocument/2006/relationships/slide" Target="slides/slide2.xml"/>
<Relationship Id="rId8" Type="http://schemas.openxmlformats.org/officeDocument/2006/relationships/slide" Target="slides/slide3.xml"/>
<Relationship Id="rId9" Type="http://schemas.openxmlformats.org/officeDocument/2006/relationships/slide" Target="slides/slide4.xml"/>
<Relationship Id="rId10" Type="http://schemas.openxmlformats.org/officeDocument/2006/relationships/slide" Target="slides/slide5.xml"/>
<Relationship Id="rId11" Type="http://schemas.openxmlformats.org/officeDocument/2006/relationships/slide" Target="slides/slide6.xml"/>
<Relationship Id="rId12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FD48A-0636-1247-B254-6B36D700B17E}" type="datetimeFigureOut">
              <a:rPr lang="en-US" smtClean="0"/>
              <a:t>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793BC-253B-5E4F-A3C5-757C57983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0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FD48A-0636-1247-B254-6B36D700B17E}" type="datetimeFigureOut">
              <a:rPr lang="en-US" smtClean="0"/>
              <a:t>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793BC-253B-5E4F-A3C5-757C57983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48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FD48A-0636-1247-B254-6B36D700B17E}" type="datetimeFigureOut">
              <a:rPr lang="en-US" smtClean="0"/>
              <a:t>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793BC-253B-5E4F-A3C5-757C57983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426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FD48A-0636-1247-B254-6B36D700B17E}" type="datetimeFigureOut">
              <a:rPr lang="en-US" smtClean="0"/>
              <a:t>2/25/21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793BC-253B-5E4F-A3C5-757C57983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04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FD48A-0636-1247-B254-6B36D700B17E}" type="datetimeFigureOut">
              <a:rPr lang="en-US" smtClean="0"/>
              <a:t>2/25/21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793BC-253B-5E4F-A3C5-757C57983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86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FD48A-0636-1247-B254-6B36D700B17E}" type="datetimeFigureOut">
              <a:rPr lang="en-US" smtClean="0"/>
              <a:t>2/25/21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793BC-253B-5E4F-A3C5-757C57983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8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FD48A-0636-1247-B254-6B36D700B17E}" type="datetimeFigureOut">
              <a:rPr lang="en-US" smtClean="0"/>
              <a:t>2/25/21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793BC-253B-5E4F-A3C5-757C57983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97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FD48A-0636-1247-B254-6B36D700B17E}" type="datetimeFigureOut">
              <a:rPr lang="en-US" smtClean="0"/>
              <a:t>2/25/21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793BC-253B-5E4F-A3C5-757C57983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84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FD48A-0636-1247-B254-6B36D700B17E}" type="datetimeFigureOut">
              <a:rPr lang="en-US" smtClean="0"/>
              <a:t>2/25/21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793BC-253B-5E4F-A3C5-757C57983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318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FD48A-0636-1247-B254-6B36D700B17E}" type="datetimeFigureOut">
              <a:rPr lang="en-US" smtClean="0"/>
              <a:t>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793BC-253B-5E4F-A3C5-757C57983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17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FD48A-0636-1247-B254-6B36D700B17E}" type="datetimeFigureOut">
              <a:rPr lang="en-US" smtClean="0"/>
              <a:t>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793BC-253B-5E4F-A3C5-757C57983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31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FD48A-0636-1247-B254-6B36D700B17E}" type="datetimeFigureOut">
              <a:rPr lang="en-US" smtClean="0"/>
              <a:t>2/25/21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793BC-253B-5E4F-A3C5-757C57983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71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a7576510aaf5ef862bfa2a5251e023beabfaa25b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f7f5340e8030021f72b521871ed24c682334bb8e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355b0539fbdbf65e69f348bad573492fd1d55234.pn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e2acbcd407e858c1e96dda4525308c2d90cb5ebf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4457cce100120512042fa436abc7421c2bd21421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8b0e947497869adca7abecf1c50af5052f5974fb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bcf74bcb6d6cf8829696c88905e79db72211b6c4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Microsoft Office User</dc:creator>
  <cp:lastModifiedBy>runner</cp:lastModifiedBy>
  <cp:revision>5</cp:revision>
  <dcterms:created xsi:type="dcterms:W3CDTF">2021-02-25T16:47:46Z</dcterms:created>
  <dcterms:modified xsi:type="dcterms:W3CDTF">2026-08-28T10:34:30Z</dcterms:modified>
</cp:coreProperties>
</file>